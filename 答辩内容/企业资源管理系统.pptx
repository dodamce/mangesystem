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4" r:id="rId7"/>
    <p:sldId id="260" r:id="rId8"/>
    <p:sldId id="261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608F53-346E-043B-8BAA-0E7FA1DF4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7FF1B8D-BF9E-35CA-556F-8F98E09422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3CB25F-30B5-963B-AC75-760843263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6CFE-2976-4202-B066-155E413ACC1F}" type="datetimeFigureOut">
              <a:rPr lang="zh-CN" altLang="en-US" smtClean="0"/>
              <a:t>2023/4/18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8D5BF5-67A2-D095-E9B5-F08DE770F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339B9E-2D95-35D7-BE8F-A7C10E79C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9F46-BA95-43F8-B164-13855067BF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224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52ED4B-16EF-1CA0-58FA-D93DB766B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CF98FC-A11F-5378-8136-2E58F8415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D2DAC3-5E25-EB01-D029-683888EBE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6CFE-2976-4202-B066-155E413ACC1F}" type="datetimeFigureOut">
              <a:rPr lang="zh-CN" altLang="en-US" smtClean="0"/>
              <a:t>2023/4/18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94A3DF-B401-2CF3-3604-CBB72CA29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9EAE58-332C-CC45-E16F-1B9E0FFCB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9F46-BA95-43F8-B164-13855067BF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86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4CCBEC-1339-CDA9-3A9A-6BDDDEE9F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93A383-B40A-BE9F-2A1D-8C6BC49B0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95FDF9-8764-C067-486D-FB28702D1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6CFE-2976-4202-B066-155E413ACC1F}" type="datetimeFigureOut">
              <a:rPr lang="zh-CN" altLang="en-US" smtClean="0"/>
              <a:t>2023/4/18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61E75C-CB0B-F518-FFEC-467A88122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5FC3ED-8746-80AA-0897-C6CB4A8F6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9F46-BA95-43F8-B164-13855067BF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370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9E3DFB-9776-DDD1-82D9-1AE96F017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35179C-CD56-2EF0-B72E-4EE38B3A9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7FDF0D-3363-E120-2EEB-B8AA46970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B303F1-DCDC-1AE8-EE2F-928D1C8A8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6CFE-2976-4202-B066-155E413ACC1F}" type="datetimeFigureOut">
              <a:rPr lang="zh-CN" altLang="en-US" smtClean="0"/>
              <a:t>2023/4/18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15372B-D7A1-FE06-621D-76ED140CC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09AFD6-0252-B12E-77DB-D4660649D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9F46-BA95-43F8-B164-13855067BF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43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DB5139-4647-93C9-DFB3-096C46ED7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B5FACD-BCC7-B392-7F16-0D7DDA882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6D0C77-5A71-EF41-A29B-A2428F614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069A96-26F9-4B10-8991-BF54C07E61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EA1624D-91FA-147B-1CF3-6D991A399A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7D10F24-AC94-E729-CACE-774A27B69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6CFE-2976-4202-B066-155E413ACC1F}" type="datetimeFigureOut">
              <a:rPr lang="zh-CN" altLang="en-US" smtClean="0"/>
              <a:t>2023/4/18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D44BC15-3A56-0A42-4022-05120020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05A177F-904D-5272-2CB8-9AFA05716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9F46-BA95-43F8-B164-13855067BF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631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D4819E-DAA0-9304-7D7D-9AF01A753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B2F17BC-F9E1-BC63-718E-812F0C374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6CFE-2976-4202-B066-155E413ACC1F}" type="datetimeFigureOut">
              <a:rPr lang="zh-CN" altLang="en-US" smtClean="0"/>
              <a:t>2023/4/18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B86A24F-E51D-B9C0-DAC5-6241C90DF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4286CD-82CC-6B01-7D22-D563FDF9C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9F46-BA95-43F8-B164-13855067BF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100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BF5E3E9-EFCD-4B55-116C-D3626B777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6CFE-2976-4202-B066-155E413ACC1F}" type="datetimeFigureOut">
              <a:rPr lang="zh-CN" altLang="en-US" smtClean="0"/>
              <a:t>2023/4/18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54C2FB1-830A-18C2-9EE9-FD6EFC758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48F19F-8B38-B6B6-C2B9-92B32D1C2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9F46-BA95-43F8-B164-13855067BF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25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7B80D-B389-17F4-E612-6E4F347DF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94D14A-CD6D-F4B7-2AA9-20D072D2F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0FAAD8-3D06-C9EE-2049-9EB05559FC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9E348A-1974-68F1-5179-FF9BC59C2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6CFE-2976-4202-B066-155E413ACC1F}" type="datetimeFigureOut">
              <a:rPr lang="zh-CN" altLang="en-US" smtClean="0"/>
              <a:t>2023/4/18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8E767C-3718-1A99-1D6F-32D25938C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F6B104-84D6-CB1D-7406-DC10C1264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9F46-BA95-43F8-B164-13855067BF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191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367F2-DD31-C002-F10F-5898D84AC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BA6969C-2AF6-B6F0-E4B3-B7AC994BD8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9705E8-A394-B2AE-29B4-6B02F2261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98949E-9BF7-52AC-9288-0175675BE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6CFE-2976-4202-B066-155E413ACC1F}" type="datetimeFigureOut">
              <a:rPr lang="zh-CN" altLang="en-US" smtClean="0"/>
              <a:t>2023/4/18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EA0113-FBC9-9C48-3212-28F3B2C69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5CA74B-1BAA-C5F1-4A57-BFCF6ADCE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9F46-BA95-43F8-B164-13855067BF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518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8D196B-4AB8-BB97-781E-AA5DEE1C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EFE4D8-4539-E0F4-21EA-674DCA7DE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CF03C2-00AD-52C8-300E-16B91DBAE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6CFE-2976-4202-B066-155E413ACC1F}" type="datetimeFigureOut">
              <a:rPr lang="zh-CN" altLang="en-US" smtClean="0"/>
              <a:t>2023/4/18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DEAE1-9DCD-6E87-5EBB-AC0A46CCE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D78B54-CF02-A034-1B30-39230A1A6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9F46-BA95-43F8-B164-13855067BF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624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AAEE88-A19C-A19F-882A-09ECEC0F62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D4A1DD-973E-C6A4-2FFF-DCA041AFA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EF3837-DA55-0E8E-D0A2-E90CA92EF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56CFE-2976-4202-B066-155E413ACC1F}" type="datetimeFigureOut">
              <a:rPr lang="zh-CN" altLang="en-US" smtClean="0"/>
              <a:t>2023/4/18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09B4BF-F5F5-D4CD-8E25-3386A1EFE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661C74-0EB3-A1FB-7094-D8E83060D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9F46-BA95-43F8-B164-13855067BF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01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197D189-CC12-A76E-A0A0-97A9A165A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BAA8D7-56AB-8810-1C74-100BCD725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E1E394-3519-349E-3FB3-F09E24A942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56CFE-2976-4202-B066-155E413ACC1F}" type="datetimeFigureOut">
              <a:rPr lang="zh-CN" altLang="en-US" smtClean="0"/>
              <a:t>2023/4/18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9E05DA-06CF-C22E-2A5D-11B8472800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BF3402-8E2A-AA30-B61F-2B3BF8CB37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69F46-BA95-43F8-B164-13855067BF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947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&#25968;&#25454;&#24211;&#35774;&#35745;.svg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&#29992;&#25143;&#25968;&#25454;&#24211;&#25805;&#20316;.svg" TargetMode="External"/><Relationship Id="rId7" Type="http://schemas.openxmlformats.org/officeDocument/2006/relationships/hyperlink" Target="&#32842;&#22825;&#35760;&#24405;&#25968;&#25454;&#24211;.svg" TargetMode="External"/><Relationship Id="rId2" Type="http://schemas.openxmlformats.org/officeDocument/2006/relationships/hyperlink" Target="&#38142;&#25509;&#25968;&#25454;&#24211;.sv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&#36135;&#29289;&#25968;&#25454;&#24211;&#25805;&#20316;.svg" TargetMode="External"/><Relationship Id="rId5" Type="http://schemas.openxmlformats.org/officeDocument/2006/relationships/hyperlink" Target="&#34218;&#36164;&#25968;&#25454;&#24211;&#25805;&#20316;.svg" TargetMode="External"/><Relationship Id="rId4" Type="http://schemas.openxmlformats.org/officeDocument/2006/relationships/hyperlink" Target="&#20844;&#25991;&#23457;&#26680;&#25968;&#25454;&#24211;.svg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&#27979;&#35797;.svg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&#31995;&#32479;&#32593;&#23433;&#27979;&#35797;&#25991;&#26723;.docx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AD45A1-434E-080B-91A3-76EC35E8D1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企业资源管理系统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C87DCC-C692-3B13-02C8-570BB7D1C8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362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8BBBE5-957A-3B8E-4109-D9F807B0C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383FC8-7CFB-C279-749F-07D081A88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需求分析设计：侯荣宝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前端开发：周渊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后端开发：龚柏荣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数据库设计：董金虎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软件测试：张卓颖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1378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85CF52-4077-942D-4876-11122EC9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需求分析设计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57F8DE-9B19-8BA1-8799-AA9E9DAE9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业务流程图：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AE5B0E-5FC2-4C20-CC91-20C296DCE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681" y="454419"/>
            <a:ext cx="5239019" cy="612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310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315661-BFD9-09BE-AFBF-358626A87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0"/>
            <a:ext cx="10515600" cy="365125"/>
          </a:xfrm>
        </p:spPr>
        <p:txBody>
          <a:bodyPr>
            <a:normAutofit fontScale="90000"/>
          </a:bodyPr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7D43C1-CDBF-7D30-9920-945BB3C68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6652"/>
            <a:ext cx="10515600" cy="563031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功能模块图：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AE65BF-5B8D-D6B5-3CE0-E1E83892F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5" y="2089215"/>
            <a:ext cx="12154525" cy="283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374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45D675-133F-DD69-E311-111BBE56F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数据库设计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F4781D-95C6-D23B-D76C-7170B939E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数据流程图</a:t>
            </a:r>
            <a:r>
              <a:rPr lang="en-US" altLang="zh-CN" dirty="0"/>
              <a:t>: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hlinkClick r:id="rId2" action="ppaction://hlinkfile"/>
              </a:rPr>
              <a:t>数据库设计代码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3749FE-25FB-809B-0DBF-4D1ABEE6B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556" y="1027906"/>
            <a:ext cx="6979009" cy="541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356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346741-8BEA-0C4D-E187-C9D861E44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数据库</a:t>
            </a:r>
            <a:r>
              <a:rPr lang="en-US" altLang="zh-CN" dirty="0"/>
              <a:t>DAO</a:t>
            </a:r>
            <a:r>
              <a:rPr lang="zh-CN" altLang="en-US" dirty="0"/>
              <a:t>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64ACB0-0EF2-CE17-07FB-BCBCD306D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/>
              <a:t>Java JDBC </a:t>
            </a:r>
            <a:r>
              <a:rPr lang="zh-CN" altLang="en-US" dirty="0"/>
              <a:t>数据库：</a:t>
            </a:r>
            <a:r>
              <a:rPr lang="en-US" altLang="zh-CN" dirty="0"/>
              <a:t>MySQL</a:t>
            </a:r>
          </a:p>
          <a:p>
            <a:pPr marL="0" indent="0">
              <a:buNone/>
            </a:pPr>
            <a:r>
              <a:rPr lang="en-US" altLang="zh-CN" dirty="0">
                <a:hlinkClick r:id="rId2" action="ppaction://hlinkfile"/>
              </a:rPr>
              <a:t>1. </a:t>
            </a:r>
            <a:r>
              <a:rPr lang="zh-CN" altLang="en-US" dirty="0">
                <a:hlinkClick r:id="rId2" action="ppaction://hlinkfile"/>
              </a:rPr>
              <a:t>链接数据库操作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hlinkClick r:id="rId3" action="ppaction://hlinkfile"/>
              </a:rPr>
              <a:t>2. </a:t>
            </a:r>
            <a:r>
              <a:rPr lang="zh-CN" altLang="en-US" dirty="0">
                <a:hlinkClick r:id="rId3" action="ppaction://hlinkfile"/>
              </a:rPr>
              <a:t>用户数据库操作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hlinkClick r:id="rId4" action="ppaction://hlinkfile"/>
              </a:rPr>
              <a:t>3. </a:t>
            </a:r>
            <a:r>
              <a:rPr lang="zh-CN" altLang="en-US" dirty="0">
                <a:hlinkClick r:id="rId4" action="ppaction://hlinkfile"/>
              </a:rPr>
              <a:t>公文审核数据操作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hlinkClick r:id="rId5" action="ppaction://hlinkfile"/>
              </a:rPr>
              <a:t>4. </a:t>
            </a:r>
            <a:r>
              <a:rPr lang="zh-CN" altLang="en-US" dirty="0">
                <a:hlinkClick r:id="rId5" action="ppaction://hlinkfile"/>
              </a:rPr>
              <a:t>薪资数据库操作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u="sng" dirty="0">
                <a:hlinkClick r:id="rId6" action="ppaction://hlinkfile"/>
              </a:rPr>
              <a:t>5. </a:t>
            </a:r>
            <a:r>
              <a:rPr lang="zh-CN" altLang="en-US" u="sng" dirty="0">
                <a:hlinkClick r:id="rId6" action="ppaction://hlinkfile"/>
              </a:rPr>
              <a:t>货物数据库操作</a:t>
            </a:r>
            <a:endParaRPr lang="en-US" altLang="zh-CN" u="sng" dirty="0"/>
          </a:p>
          <a:p>
            <a:pPr marL="0" indent="0">
              <a:buNone/>
            </a:pPr>
            <a:r>
              <a:rPr lang="en-US" altLang="zh-CN" u="sng" dirty="0">
                <a:hlinkClick r:id="rId7" action="ppaction://hlinkfile"/>
              </a:rPr>
              <a:t>6. </a:t>
            </a:r>
            <a:r>
              <a:rPr lang="zh-CN" altLang="en-US" u="sng" dirty="0">
                <a:hlinkClick r:id="rId7" action="ppaction://hlinkfile"/>
              </a:rPr>
              <a:t>聊天记录数据库操作</a:t>
            </a:r>
            <a:endParaRPr lang="en-US" altLang="zh-CN" u="sng" dirty="0"/>
          </a:p>
          <a:p>
            <a:pPr marL="0" indent="0">
              <a:buNone/>
            </a:pPr>
            <a:endParaRPr lang="en-US" altLang="zh-CN" u="sng" dirty="0"/>
          </a:p>
          <a:p>
            <a:pPr marL="0" indent="0">
              <a:buNone/>
            </a:pPr>
            <a:r>
              <a:rPr lang="zh-CN" altLang="en-US" u="sng" dirty="0"/>
              <a:t>为了减少聊天数据库数据过量，这里使用使用</a:t>
            </a:r>
            <a:r>
              <a:rPr lang="en-US" altLang="zh-CN" u="sng" dirty="0"/>
              <a:t>crontab</a:t>
            </a:r>
            <a:r>
              <a:rPr lang="zh-CN" altLang="en-US" u="sng" dirty="0"/>
              <a:t>命令设置定时任务，每天</a:t>
            </a:r>
            <a:r>
              <a:rPr lang="en-US" altLang="zh-CN" u="sng" dirty="0"/>
              <a:t>0</a:t>
            </a:r>
            <a:r>
              <a:rPr lang="zh-CN" altLang="en-US" u="sng" dirty="0"/>
              <a:t>点执行</a:t>
            </a:r>
            <a:endParaRPr lang="en-US" altLang="zh-CN" u="sng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2956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285A64-56CF-4A06-60AE-335401839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前端开发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0995DB-8117-8A3A-F536-75C0912C8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526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页面设计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Javascript+Jquery+chart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C8D5B0E-8C07-FC79-0382-5CF2C7EEC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235" y="1310047"/>
            <a:ext cx="5213618" cy="479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915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2015906-37DB-6195-7E97-CCA34ABC5A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70343" cy="277301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59B9763-2EE1-8A09-E076-FDFD7C2D4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3174" y="249602"/>
            <a:ext cx="6096000" cy="227381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D6D5166-6037-A444-7B02-0FF2275560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36" y="2673626"/>
            <a:ext cx="4992127" cy="381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583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64557-1222-8629-C610-993ACBA56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后端开发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2754BE-90D3-B780-4003-A85277635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/>
              <a:t>Java+Servlet+WebSocket+JDBC+Jackson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交互说明：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25C5703-D91C-E47D-5F0A-27576AB36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873" y="2247663"/>
            <a:ext cx="5677192" cy="461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31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695365-CED0-F47B-1B43-93AE4F4B1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软件测试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215DCC-9354-DC33-B884-4C61EB99D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白盒测试：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Java Junit</a:t>
            </a:r>
            <a:r>
              <a:rPr lang="zh-CN" altLang="en-US" dirty="0"/>
              <a:t>，自动生成测试文档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mvn</a:t>
            </a:r>
            <a:r>
              <a:rPr lang="en-US" altLang="zh-CN" dirty="0"/>
              <a:t> test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生成测试报告后，可以在</a:t>
            </a:r>
            <a:r>
              <a:rPr lang="en-US" altLang="zh-CN" dirty="0"/>
              <a:t>Maven</a:t>
            </a:r>
            <a:r>
              <a:rPr lang="zh-CN" altLang="en-US" dirty="0"/>
              <a:t>项目的</a:t>
            </a:r>
            <a:r>
              <a:rPr lang="en-US" altLang="zh-CN" dirty="0"/>
              <a:t>target/surefire-reports</a:t>
            </a:r>
            <a:r>
              <a:rPr lang="zh-CN" altLang="en-US" dirty="0"/>
              <a:t>目录下找到测试报告文件。其中，</a:t>
            </a:r>
            <a:r>
              <a:rPr lang="en-US" altLang="zh-CN" dirty="0"/>
              <a:t>TEST-*.xml</a:t>
            </a:r>
            <a:r>
              <a:rPr lang="zh-CN" altLang="en-US" dirty="0"/>
              <a:t>文件包含测试结果，</a:t>
            </a:r>
            <a:r>
              <a:rPr lang="en-US" altLang="zh-CN" dirty="0"/>
              <a:t>index.html</a:t>
            </a:r>
            <a:r>
              <a:rPr lang="zh-CN" altLang="en-US" dirty="0"/>
              <a:t>文件包含测试报告的概要信息。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hlinkClick r:id="rId2" action="ppaction://hlinkfile"/>
              </a:rPr>
              <a:t>部分测试代码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399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70BC86-4A42-46FF-4689-5BCC5C3AB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软件测试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40FEC0-B3F6-98BE-94AD-ED8B972BA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黑盒测试：系统安全性测试</a:t>
            </a:r>
            <a:r>
              <a:rPr lang="en-US" altLang="zh-CN" dirty="0"/>
              <a:t>,</a:t>
            </a:r>
            <a:r>
              <a:rPr lang="zh-CN" altLang="en-US" dirty="0"/>
              <a:t>需求测试</a:t>
            </a:r>
            <a:endParaRPr lang="en-US" altLang="zh-CN" dirty="0"/>
          </a:p>
          <a:p>
            <a:pPr marL="0" indent="0">
              <a:buNone/>
            </a:pPr>
            <a:endParaRPr lang="en-US" altLang="zh-CN" dirty="0">
              <a:hlinkClick r:id="rId2" action="ppaction://hlinkfile"/>
            </a:endParaRPr>
          </a:p>
          <a:p>
            <a:pPr marL="0" indent="0">
              <a:buNone/>
            </a:pPr>
            <a:endParaRPr lang="en-US" altLang="zh-CN" dirty="0">
              <a:hlinkClick r:id="rId2" action="ppaction://hlinkfile"/>
            </a:endParaRPr>
          </a:p>
          <a:p>
            <a:pPr marL="0" indent="0">
              <a:buNone/>
            </a:pPr>
            <a:r>
              <a:rPr lang="zh-CN" altLang="en-US" dirty="0">
                <a:hlinkClick r:id="rId2" action="ppaction://hlinkfile"/>
              </a:rPr>
              <a:t>系统网安测试文档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96479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211</Words>
  <Application>Microsoft Office PowerPoint</Application>
  <PresentationFormat>宽屏</PresentationFormat>
  <Paragraphs>52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等线 Light</vt:lpstr>
      <vt:lpstr>Arial</vt:lpstr>
      <vt:lpstr>Office 主题​​</vt:lpstr>
      <vt:lpstr>企业资源管理系统</vt:lpstr>
      <vt:lpstr>分工</vt:lpstr>
      <vt:lpstr>1. 需求分析设计</vt:lpstr>
      <vt:lpstr>PowerPoint 演示文稿</vt:lpstr>
      <vt:lpstr>2. 数据库设计</vt:lpstr>
      <vt:lpstr>数据库DAO操作</vt:lpstr>
      <vt:lpstr>3. 前端开发 </vt:lpstr>
      <vt:lpstr>PowerPoint 演示文稿</vt:lpstr>
      <vt:lpstr>4. 后端开发</vt:lpstr>
      <vt:lpstr>5. 软件测试</vt:lpstr>
      <vt:lpstr>软件测试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企业资源管理系统</dc:title>
  <dc:creator>Larry dodamce</dc:creator>
  <cp:lastModifiedBy>Larry dodamce</cp:lastModifiedBy>
  <cp:revision>3</cp:revision>
  <dcterms:created xsi:type="dcterms:W3CDTF">2023-04-18T02:02:18Z</dcterms:created>
  <dcterms:modified xsi:type="dcterms:W3CDTF">2023-04-18T03:04:08Z</dcterms:modified>
</cp:coreProperties>
</file>